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3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D476ED-1070-4AB8-985B-4FFE2007B687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E3AF07-6D19-49C3-AE78-51FE304B8E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795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3AF07-6D19-49C3-AE78-51FE304B8E4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7941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F2BC47-D175-5E00-0DBE-A91C033B6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FE6FEE-630F-863E-335E-4C8E8AA94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A4763F-C82B-D0F0-E2E1-F3CB34934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EA96-7A40-43E9-BDF5-660EB960AB46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A93346-1E94-E17E-9204-72C87B26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D0F278-DEE6-394B-7618-C057BCF7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E3D9E-6D94-4C0A-9362-A807D9BDD1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243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8007F-D8A9-2D32-1675-9773F4EDA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592A02-7442-9481-13BF-13789B8B4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5008C5-FF21-8921-5169-C1226D4C7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EA96-7A40-43E9-BDF5-660EB960AB46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55FBE8-3D9B-5B18-9697-50E453011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5621F0-167E-573A-5248-9F0CE5486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E3D9E-6D94-4C0A-9362-A807D9BDD1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388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B2E83F-C0D8-E522-F25A-1D4C3E3A4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2E873F-4B08-F3BF-12B9-795333D08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4429EE-25EB-751E-861E-24B3C6617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EA96-7A40-43E9-BDF5-660EB960AB46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4662E4-85AA-CA80-C571-6AB8955B9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15F5B1-7CBB-0F3B-F21E-157904CF2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E3D9E-6D94-4C0A-9362-A807D9BDD1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6449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D4FDB1-6E40-A2D3-2055-D04757914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E92C78-A8CB-672A-532E-7A3FCDF311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F902281-29B8-3A2F-C7B6-7837F7A94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D8DF04-DF32-5192-CE93-84AB3633B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EA96-7A40-43E9-BDF5-660EB960AB46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F43B2D-BF79-7550-A702-E4F08E5E4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4E5DFA-6F00-A394-5AD3-D606EB5E6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E3D9E-6D94-4C0A-9362-A807D9BDD1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7415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8FF94-4F79-CD9C-7E2F-D890041FC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86F273-369A-3413-A8CB-5F6FCD21B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310AF5-2BD7-C146-F1A2-133C6B09D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8E2A8B8-0C1A-B7DF-0F96-94167FA1F7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9A8A3A0-DB68-90D3-3A4E-B8FE325AC8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88D384E-FD02-18BF-E99B-E45C812E8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EA96-7A40-43E9-BDF5-660EB960AB46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A85F9D-651D-2D52-8ABB-B3C8A0E1C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D8F8C47-D9A9-37DB-B061-0CE8BD92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E3D9E-6D94-4C0A-9362-A807D9BDD1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475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95CA55-EB43-2FA8-6BA5-3D0D0F0A9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330D3F6-A6C6-A085-42FD-B1B53DA6D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EA96-7A40-43E9-BDF5-660EB960AB46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D7A2F2C-B284-1B3C-4DE4-BF5551F13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E6A6F9-69ED-9ABD-030E-0C55C9A31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E3D9E-6D94-4C0A-9362-A807D9BDD1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919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561216B-6FBE-3541-7F89-535983E46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EA96-7A40-43E9-BDF5-660EB960AB46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2DDAB27-9A83-E12F-AC98-D0AE5D9B9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D158B17-C57A-F27F-15F7-6ABDEB677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E3D9E-6D94-4C0A-9362-A807D9BDD1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6942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9CB534-83E9-FF44-949F-25A2E4625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FAD799-5D53-AD15-284A-6F867DB96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4DE16E8-3574-E967-AE30-B2D9453CD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07717B-2911-9A12-2FE5-13D9F2F4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EA96-7A40-43E9-BDF5-660EB960AB46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737B02F-96CE-523D-BB92-A6B130DED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01B719-1FB0-CE17-55A1-752B328DC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E3D9E-6D94-4C0A-9362-A807D9BDD1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664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A41AB5-066C-1166-1F44-227638B18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AA3B58D-631B-3F4E-7D4C-E7AAB6C0B9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AAAB5C-8E3E-832D-6CD0-F032CA480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D5054A-5E13-197E-77F3-1E4897957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EA96-7A40-43E9-BDF5-660EB960AB46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04064EE-E6CA-88EB-7F4D-A51CE4DE6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0401AE-3F1E-F342-B3CB-432C2EDDC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E3D9E-6D94-4C0A-9362-A807D9BDD1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1049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A0685D-4972-2556-53DF-FA477B338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24DAF85-C31A-60D0-3FB5-AD5C6E215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5B6870-7F83-3311-5831-D1897F456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EA96-7A40-43E9-BDF5-660EB960AB46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7121D9-3943-31E7-686E-B163B6AF2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E8A2C1-98D9-71FF-6FB7-A794F5798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E3D9E-6D94-4C0A-9362-A807D9BDD1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529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8D28690-5F44-EDF7-AC61-73E9C2D5ED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BC5222A-AC25-3A2E-A95B-411527736D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A094E6-92E9-26FA-FF79-9F7C9AA59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EA96-7A40-43E9-BDF5-660EB960AB46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CC5A46-0953-8A8F-58D1-218E3FE84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F34A99-26D8-F50A-9C3C-67016DFE4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E3D9E-6D94-4C0A-9362-A807D9BDD1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350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duotone>
              <a:prstClr val="black"/>
              <a:schemeClr val="accent2">
                <a:tint val="45000"/>
                <a:satMod val="400000"/>
              </a:schemeClr>
            </a:duotone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-25000"/>
                    </a14:imgEffect>
                    <a14:imgEffect>
                      <a14:colorTemperature colorTemp="11205"/>
                    </a14:imgEffect>
                    <a14:imgEffect>
                      <a14:saturation sat="0"/>
                    </a14:imgEffect>
                    <a14:imgEffect>
                      <a14:brightnessContrast bright="-19000" contrast="59000"/>
                    </a14:imgEffect>
                  </a14:imgLayer>
                </a14:imgProps>
              </a:ext>
            </a:extLst>
          </a:blip>
          <a:srcRect/>
          <a:stretch>
            <a:fillRect l="-2000" t="-8000" r="-2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D4401-8A0B-6245-CD79-C36B590DE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3F4654-9713-2E79-5F29-FB8204ADC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98C4E3-DD40-F501-2352-F29D04DFD8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59EA96-7A40-43E9-BDF5-660EB960AB46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A48581-A757-68EE-5343-BB48E5528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86DE0E-979E-2B09-0EF3-A95FDD2C9A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E3D9E-6D94-4C0A-9362-A807D9BDD1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04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282A7C5-13D7-F18A-D4A4-FC221FA84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56880" y="5069839"/>
            <a:ext cx="3545840" cy="1079501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Группа:  4.409</a:t>
            </a:r>
          </a:p>
          <a:p>
            <a:r>
              <a:rPr lang="ru-RU" dirty="0">
                <a:solidFill>
                  <a:schemeClr val="bg1"/>
                </a:solidFill>
              </a:rPr>
              <a:t>Худоконенко Анна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7CB45AB-4273-0C94-962E-653C4387E003}"/>
              </a:ext>
            </a:extLst>
          </p:cNvPr>
          <p:cNvSpPr/>
          <p:nvPr/>
        </p:nvSpPr>
        <p:spPr>
          <a:xfrm>
            <a:off x="1591813" y="2318157"/>
            <a:ext cx="8825493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TASKMASTER PRO </a:t>
            </a:r>
            <a:br>
              <a:rPr lang="ru-RU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</a:br>
            <a:r>
              <a:rPr lang="ru-RU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Умный планировщик задач</a:t>
            </a:r>
          </a:p>
        </p:txBody>
      </p:sp>
    </p:spTree>
    <p:extLst>
      <p:ext uri="{BB962C8B-B14F-4D97-AF65-F5344CB8AC3E}">
        <p14:creationId xmlns:p14="http://schemas.microsoft.com/office/powerpoint/2010/main" val="3888767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F8AD09-77C9-44EE-274D-1432D0814275}"/>
              </a:ext>
            </a:extLst>
          </p:cNvPr>
          <p:cNvSpPr txBox="1"/>
          <p:nvPr/>
        </p:nvSpPr>
        <p:spPr>
          <a:xfrm>
            <a:off x="2438400" y="1506289"/>
            <a:ext cx="746252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0" i="0" dirty="0" err="1">
                <a:solidFill>
                  <a:schemeClr val="bg1"/>
                </a:solidFill>
                <a:effectLst/>
                <a:latin typeface="quote-cjk-patch"/>
              </a:rPr>
              <a:t>TaskMaster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quote-cjk-patch"/>
              </a:rPr>
              <a:t> Pro - </a:t>
            </a:r>
            <a:r>
              <a:rPr lang="ru-RU" sz="2000" b="0" i="0" dirty="0">
                <a:solidFill>
                  <a:schemeClr val="bg1"/>
                </a:solidFill>
                <a:effectLst/>
                <a:latin typeface="quote-cjk-patch"/>
              </a:rPr>
              <a:t>это десктопное приложение для управления задачами.</a:t>
            </a:r>
          </a:p>
          <a:p>
            <a:pPr algn="ctr"/>
            <a:br>
              <a:rPr lang="ru-RU" sz="2000" b="0" i="0" dirty="0">
                <a:solidFill>
                  <a:schemeClr val="bg1"/>
                </a:solidFill>
                <a:effectLst/>
                <a:latin typeface="quote-cjk-patch"/>
              </a:rPr>
            </a:br>
            <a:r>
              <a:rPr lang="ru-RU" sz="2400" dirty="0" err="1">
                <a:solidFill>
                  <a:schemeClr val="bg1"/>
                </a:solidFill>
              </a:rPr>
              <a:t>TaskMaster</a:t>
            </a:r>
            <a:r>
              <a:rPr lang="ru-RU" sz="2400" dirty="0">
                <a:solidFill>
                  <a:schemeClr val="bg1"/>
                </a:solidFill>
              </a:rPr>
              <a:t> Pro создан для того, чтобы помочь людям эффективно управлять своими делами. </a:t>
            </a:r>
          </a:p>
          <a:p>
            <a:pPr algn="ctr"/>
            <a:r>
              <a:rPr lang="ru-RU" sz="2400" dirty="0">
                <a:solidFill>
                  <a:schemeClr val="bg1"/>
                </a:solidFill>
              </a:rPr>
              <a:t>В современном мире у каждого человека много задач: рабочие проекты, учебные задания, личные дела, забота о здоровье и многое другое. </a:t>
            </a:r>
          </a:p>
          <a:p>
            <a:pPr algn="ctr"/>
            <a:r>
              <a:rPr lang="ru-RU" sz="2400" dirty="0">
                <a:solidFill>
                  <a:schemeClr val="bg1"/>
                </a:solidFill>
              </a:rPr>
              <a:t>Все запомнить и ничего не упустить сложно. </a:t>
            </a:r>
          </a:p>
          <a:p>
            <a:pPr algn="ctr"/>
            <a:r>
              <a:rPr lang="ru-RU" sz="2400" dirty="0">
                <a:solidFill>
                  <a:schemeClr val="bg1"/>
                </a:solidFill>
              </a:rPr>
              <a:t>Эта программа решает проблему организации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3507195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0ABD39C-9D6A-9675-3A23-E0AC66FAD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996" y="1217875"/>
            <a:ext cx="6700611" cy="44222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6E41BD-82BE-3189-28D3-E8C4F74A5649}"/>
              </a:ext>
            </a:extLst>
          </p:cNvPr>
          <p:cNvSpPr txBox="1"/>
          <p:nvPr/>
        </p:nvSpPr>
        <p:spPr>
          <a:xfrm>
            <a:off x="843280" y="752001"/>
            <a:ext cx="4551680" cy="6009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  <a:buNone/>
            </a:pPr>
            <a:r>
              <a:rPr lang="ru-RU" sz="1600" b="1" dirty="0">
                <a:solidFill>
                  <a:srgbClr val="F9FAFB"/>
                </a:solidFill>
                <a:effectLst/>
                <a:latin typeface="quote-cjk-patch"/>
              </a:rPr>
              <a:t>ОПИСАНИЕ ИНТЕРФЕЙСА </a:t>
            </a:r>
            <a:endParaRPr lang="ru-RU" sz="1600" b="0" dirty="0">
              <a:solidFill>
                <a:srgbClr val="F9FAFB"/>
              </a:solidFill>
              <a:effectLst/>
              <a:latin typeface="quote-cjk-patch"/>
            </a:endParaRPr>
          </a:p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b="1" dirty="0">
                <a:solidFill>
                  <a:srgbClr val="F9FAFB"/>
                </a:solidFill>
                <a:effectLst/>
                <a:latin typeface="quote-cjk-patch"/>
              </a:rPr>
              <a:t>Верхняя панель</a:t>
            </a:r>
            <a:r>
              <a:rPr lang="ru-RU" sz="1600" b="0" dirty="0">
                <a:solidFill>
                  <a:srgbClr val="F9FAFB"/>
                </a:solidFill>
                <a:effectLst/>
                <a:latin typeface="quote-cjk-patch"/>
              </a:rPr>
              <a:t> — заголовок "TASKMASTER PRO" и слоган "Управляй своими задачами эффективно".</a:t>
            </a:r>
          </a:p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b="1" dirty="0">
                <a:solidFill>
                  <a:srgbClr val="F9FAFB"/>
                </a:solidFill>
                <a:effectLst/>
                <a:latin typeface="quote-cjk-patch"/>
              </a:rPr>
              <a:t>Левая панель</a:t>
            </a:r>
            <a:r>
              <a:rPr lang="ru-RU" sz="1600" b="0" dirty="0">
                <a:solidFill>
                  <a:srgbClr val="F9FAFB"/>
                </a:solidFill>
                <a:effectLst/>
                <a:latin typeface="quote-cjk-patch"/>
              </a:rPr>
              <a:t> — блок статистики: всего задач, выполнено, активно, отложено, просрочено, прогресс в процентах.</a:t>
            </a:r>
          </a:p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b="1" dirty="0">
                <a:solidFill>
                  <a:srgbClr val="F9FAFB"/>
                </a:solidFill>
                <a:effectLst/>
                <a:latin typeface="quote-cjk-patch"/>
              </a:rPr>
              <a:t>Правая панель</a:t>
            </a:r>
            <a:r>
              <a:rPr lang="ru-RU" sz="1600" b="0" dirty="0">
                <a:solidFill>
                  <a:srgbClr val="F9FAFB"/>
                </a:solidFill>
                <a:effectLst/>
                <a:latin typeface="quote-cjk-patch"/>
              </a:rPr>
              <a:t> — фильтр (Все, Активна, Выполнена, Отложена) и таблица задач с колонками: Приоритет, Название, Категория, Статус, Дедлайн.</a:t>
            </a:r>
            <a:br>
              <a:rPr lang="ru-RU" sz="1600" b="0" dirty="0">
                <a:solidFill>
                  <a:srgbClr val="F9FAFB"/>
                </a:solidFill>
                <a:effectLst/>
                <a:latin typeface="quote-cjk-patch"/>
              </a:rPr>
            </a:br>
            <a:br>
              <a:rPr lang="ru-RU" sz="1600" b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600" b="1" dirty="0">
                <a:solidFill>
                  <a:srgbClr val="F9FAFB"/>
                </a:solidFill>
                <a:effectLst/>
                <a:latin typeface="quote-cjk-patch"/>
              </a:rPr>
              <a:t>Нижняя панель</a:t>
            </a:r>
            <a:r>
              <a:rPr lang="ru-RU" sz="1600" b="0" dirty="0">
                <a:solidFill>
                  <a:srgbClr val="F9FAFB"/>
                </a:solidFill>
                <a:effectLst/>
                <a:latin typeface="quote-cjk-patch"/>
              </a:rPr>
              <a:t> — пять кнопок: Добавить задачу, Выполнить, Отложить, Удалить, Аналитика.</a:t>
            </a:r>
            <a:br>
              <a:rPr lang="ru-RU" sz="1600" dirty="0">
                <a:solidFill>
                  <a:srgbClr val="F9FAFB"/>
                </a:solidFill>
                <a:latin typeface="quote-cjk-patch"/>
              </a:rPr>
            </a:br>
            <a:r>
              <a:rPr lang="ru-RU" sz="1600" b="0" dirty="0">
                <a:solidFill>
                  <a:srgbClr val="F9FAFB"/>
                </a:solidFill>
                <a:effectLst/>
                <a:latin typeface="quote-cjk-patch"/>
              </a:rPr>
              <a:t>Интерфейс простой и понятный. </a:t>
            </a:r>
            <a:br>
              <a:rPr lang="ru-RU" sz="1600" dirty="0">
                <a:solidFill>
                  <a:srgbClr val="F9FAFB"/>
                </a:solidFill>
                <a:latin typeface="quote-cjk-patch"/>
              </a:rPr>
            </a:br>
            <a:r>
              <a:rPr lang="ru-RU" sz="1600" b="0" dirty="0">
                <a:solidFill>
                  <a:srgbClr val="F9FAFB"/>
                </a:solidFill>
                <a:effectLst/>
                <a:latin typeface="quote-cjk-patch"/>
              </a:rPr>
              <a:t>Цветовая гамма спокойная. </a:t>
            </a:r>
          </a:p>
          <a:p>
            <a:pPr>
              <a:buNone/>
            </a:pPr>
            <a:br>
              <a:rPr lang="ru-RU" sz="1600" dirty="0">
                <a:solidFill>
                  <a:srgbClr val="ADB2B8"/>
                </a:solidFill>
                <a:effectLst/>
              </a:rPr>
            </a:b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473164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31ED96-6D7A-2D17-829B-9D21D163163C}"/>
              </a:ext>
            </a:extLst>
          </p:cNvPr>
          <p:cNvSpPr txBox="1"/>
          <p:nvPr/>
        </p:nvSpPr>
        <p:spPr>
          <a:xfrm>
            <a:off x="914400" y="797510"/>
            <a:ext cx="5791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  <a:t>Тест 1: Создание задачи</a:t>
            </a:r>
            <a:b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  <a:t>Шаги: Нажать "Добавить" → Заполнить поля → "Сохранить"</a:t>
            </a:r>
            <a:b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  <a:t>Результат: Задача появилась в списке ✅</a:t>
            </a:r>
            <a:b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  <a:t>Тест 2: Выполнение задачи</a:t>
            </a:r>
            <a:b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  <a:t>Шаги: Выбрать задачу → Нажать "Выполнить"</a:t>
            </a:r>
            <a:b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  <a:t>Результат: Статус изменился на "Выполнена" ✅</a:t>
            </a:r>
            <a:b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  <a:t>Тест 3: Откладывание задачи</a:t>
            </a:r>
            <a:b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  <a:t>Шаги: Выбрать активную задачу → Нажать "Отложить"</a:t>
            </a:r>
            <a:b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  <a:t>Результат: Статус изменился на "Отложена" ✅</a:t>
            </a:r>
            <a:b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  <a:t>Тест 4: Удаление задачи</a:t>
            </a:r>
            <a:b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  <a:t>Шаги: Выбрать задачу → Нажать "Удалить" → Подтвердить</a:t>
            </a:r>
            <a:b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  <a:t>Результат: Задача исчезла из списка ✅</a:t>
            </a:r>
            <a:b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  <a:t>Тест 5: Фильтрация</a:t>
            </a:r>
            <a:b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  <a:t>Шаги: Выбрать фильтр "Выполнена"</a:t>
            </a:r>
            <a:b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  <a:t>Результат: Показываются только выполненные задачи ✅</a:t>
            </a:r>
            <a:b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  <a:t>Тест 6: Сохранение данных</a:t>
            </a:r>
            <a:b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  <a:t>Шаги: Создать задачи → Закрыть программу → Открыть снова</a:t>
            </a:r>
            <a:b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  <a:t>Результат: Все задачи сохранились ✅</a:t>
            </a:r>
            <a:b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  <a:t>Тест 7: Аналитика</a:t>
            </a:r>
            <a:b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  <a:t>Шаги: Нажать "Аналитика"</a:t>
            </a:r>
            <a:b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  <a:t>Результат: Показывается статистика и прогресс 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E1AED8-388F-C7B8-21F9-6083EED6C726}"/>
              </a:ext>
            </a:extLst>
          </p:cNvPr>
          <p:cNvSpPr txBox="1"/>
          <p:nvPr/>
        </p:nvSpPr>
        <p:spPr>
          <a:xfrm>
            <a:off x="6908800" y="1053295"/>
            <a:ext cx="49072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Результаты тестирования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Создание задачи Успешно ✅</a:t>
            </a:r>
            <a:b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Выполнение задачи Успешно ✅</a:t>
            </a:r>
            <a:b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Откладывание задачи Успешно ✅</a:t>
            </a:r>
            <a:b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Удаление задачи Успешно ✅</a:t>
            </a:r>
            <a:b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Фильтрация Успешно ✅</a:t>
            </a:r>
            <a:b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Сохранение данных Успешно ✅</a:t>
            </a:r>
            <a:b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Аналитика Успешно ✅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Всего тестов: 7</a:t>
            </a:r>
            <a:b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Успешно: 7 (100%)</a:t>
            </a:r>
            <a:b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Ошибок: 0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Вывод: Программа работает стабильно, все функции корректны. Критических багов не обнаружено.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6F8D989-7538-6D97-6FEB-BAE5001DB71A}"/>
              </a:ext>
            </a:extLst>
          </p:cNvPr>
          <p:cNvCxnSpPr>
            <a:cxnSpLocks/>
          </p:cNvCxnSpPr>
          <p:nvPr/>
        </p:nvCxnSpPr>
        <p:spPr>
          <a:xfrm>
            <a:off x="6634480" y="1330960"/>
            <a:ext cx="0" cy="43383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425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495E40E">
            <a:hlinkClick r:id="" action="ppaction://media"/>
            <a:extLst>
              <a:ext uri="{FF2B5EF4-FFF2-40B4-BE49-F238E27FC236}">
                <a16:creationId xmlns:a16="http://schemas.microsoft.com/office/drawing/2014/main" id="{44B8BB1C-9552-6343-91F6-BC6E1653000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>
            <a:lum bright="-8000" contrast="8000"/>
          </a:blip>
          <a:stretch>
            <a:fillRect/>
          </a:stretch>
        </p:blipFill>
        <p:spPr>
          <a:xfrm>
            <a:off x="1513020" y="600686"/>
            <a:ext cx="9165959" cy="565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76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1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9BDEB5-3F9E-E7AE-11C2-E9E11F3A7AE0}"/>
              </a:ext>
            </a:extLst>
          </p:cNvPr>
          <p:cNvSpPr txBox="1"/>
          <p:nvPr/>
        </p:nvSpPr>
        <p:spPr>
          <a:xfrm>
            <a:off x="3063240" y="1997839"/>
            <a:ext cx="60655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ВЫВОД</a:t>
            </a:r>
          </a:p>
          <a:p>
            <a:pPr algn="ctr" latinLnBrk="1"/>
            <a:endParaRPr lang="ru-RU" dirty="0">
              <a:solidFill>
                <a:schemeClr val="bg1"/>
              </a:solidFill>
            </a:endParaRPr>
          </a:p>
          <a:p>
            <a:pPr algn="ctr" latinLnBrk="1"/>
            <a:r>
              <a:rPr lang="ru-RU" dirty="0">
                <a:solidFill>
                  <a:schemeClr val="bg1"/>
                </a:solidFill>
              </a:rPr>
              <a:t>Программа </a:t>
            </a:r>
            <a:r>
              <a:rPr lang="ru-RU" dirty="0" err="1">
                <a:solidFill>
                  <a:schemeClr val="bg1"/>
                </a:solidFill>
              </a:rPr>
              <a:t>TaskMaster</a:t>
            </a:r>
            <a:r>
              <a:rPr lang="ru-RU" dirty="0">
                <a:solidFill>
                  <a:schemeClr val="bg1"/>
                </a:solidFill>
              </a:rPr>
              <a:t> Pro работает стабильно, </a:t>
            </a:r>
          </a:p>
          <a:p>
            <a:pPr algn="ctr" latinLnBrk="1"/>
            <a:r>
              <a:rPr lang="ru-RU" dirty="0">
                <a:solidFill>
                  <a:schemeClr val="bg1"/>
                </a:solidFill>
              </a:rPr>
              <a:t>все функции выполняются корректно. </a:t>
            </a:r>
          </a:p>
          <a:p>
            <a:pPr algn="ctr" latinLnBrk="1"/>
            <a:r>
              <a:rPr lang="ru-RU" dirty="0">
                <a:solidFill>
                  <a:schemeClr val="bg1"/>
                </a:solidFill>
              </a:rPr>
              <a:t>Интерфейс интуитивно понятен.</a:t>
            </a:r>
          </a:p>
          <a:p>
            <a:pPr algn="ctr" latinLnBrk="1"/>
            <a:r>
              <a:rPr lang="ru-RU" dirty="0">
                <a:solidFill>
                  <a:schemeClr val="bg1"/>
                </a:solidFill>
              </a:rPr>
              <a:t> Ошибок в работе не выявлено. </a:t>
            </a:r>
          </a:p>
          <a:p>
            <a:pPr algn="ctr" latinLnBrk="1"/>
            <a:r>
              <a:rPr lang="ru-RU" dirty="0">
                <a:solidFill>
                  <a:schemeClr val="bg1"/>
                </a:solidFill>
              </a:rPr>
              <a:t>Приложение соответствует заявленным </a:t>
            </a:r>
          </a:p>
          <a:p>
            <a:pPr algn="ctr" latinLnBrk="1"/>
            <a:r>
              <a:rPr lang="ru-RU" dirty="0">
                <a:solidFill>
                  <a:schemeClr val="bg1"/>
                </a:solidFill>
              </a:rPr>
              <a:t>требованиям и может быть </a:t>
            </a:r>
          </a:p>
          <a:p>
            <a:pPr algn="ctr" latinLnBrk="1"/>
            <a:r>
              <a:rPr lang="ru-RU" dirty="0">
                <a:solidFill>
                  <a:schemeClr val="bg1"/>
                </a:solidFill>
              </a:rPr>
              <a:t>допущено к эксплуатации.</a:t>
            </a:r>
          </a:p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56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780415E-BEE1-5A12-30C5-9FE974A4360C}"/>
              </a:ext>
            </a:extLst>
          </p:cNvPr>
          <p:cNvSpPr/>
          <p:nvPr/>
        </p:nvSpPr>
        <p:spPr>
          <a:xfrm>
            <a:off x="2642175" y="2967335"/>
            <a:ext cx="6907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ru-RU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9363734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450</Words>
  <Application>Microsoft Office PowerPoint</Application>
  <PresentationFormat>Широкоэкранный</PresentationFormat>
  <Paragraphs>29</Paragraphs>
  <Slides>7</Slides>
  <Notes>1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quote-cjk-patch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lucky .</dc:creator>
  <cp:lastModifiedBy>lucky .</cp:lastModifiedBy>
  <cp:revision>6</cp:revision>
  <dcterms:created xsi:type="dcterms:W3CDTF">2026-03-29T11:17:23Z</dcterms:created>
  <dcterms:modified xsi:type="dcterms:W3CDTF">2026-04-29T14:36:59Z</dcterms:modified>
</cp:coreProperties>
</file>